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6A6A3-2609-8CDB-7AD8-7E5A1A594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A1A9BF-1235-C2E4-4D52-7AE1A5809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C21CD-6AF3-6523-EB3C-F3E8A5394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C6E3-4F98-4808-9094-669F6BC10EC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6BB3-FF2F-CAA0-DC8A-2976EBF0E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E57F5-5E00-3954-71EE-CA4F9C9C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298-442F-42D8-ADDF-037756F26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1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F9C8-CB25-4C91-ABBB-50ACF441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C83DB-CD2A-4713-6483-A82270A3C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2864F-319C-ABFE-0CA6-D9F6A9A4C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C6E3-4F98-4808-9094-669F6BC10EC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F02BB-79E5-664D-9C16-3BC203B3A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0FA02-CDD1-7BF8-17AD-E1E93E477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298-442F-42D8-ADDF-037756F26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54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787A-D67F-167D-D96B-AA443C3A6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BB704-9AB5-4D59-91C4-C9DF35EB6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A83DB-FA65-0D59-F5C8-17C710CB9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C6E3-4F98-4808-9094-669F6BC10EC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B4FFD-98C8-BA0A-B205-27DC7C315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5E7A9-73AE-CD63-1AC5-B1F159B46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298-442F-42D8-ADDF-037756F26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7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33267-017E-FE9D-0814-DBFE32C1E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7E0A6-000B-6FA7-8A86-8E4FF31CC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B7230-CF76-30F8-0087-16255B736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9F15E-0A4E-31B8-CD0A-18E2A9F2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C6E3-4F98-4808-9094-669F6BC10EC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B7B32-5C29-19EA-CB40-3122A3E8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B34A4-0177-BB7C-D763-5A8558B9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298-442F-42D8-ADDF-037756F26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05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AEFD8-E504-EC44-E8CE-B5098DAAC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50BC0-FC68-7194-EF48-6C13CBAD8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69337-EF3C-BDB2-F19E-2A3FC767B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D47351-5F2B-5AC0-D4F7-DBE6886C1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5B6014-BCEF-088E-95D4-EE07C1830A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0F4663-A498-D53C-4E23-C4EDD6F0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C6E3-4F98-4808-9094-669F6BC10EC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AC85E2-2110-626A-2993-F682ADBA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030135-51BF-3EF8-066D-C48FD6D72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298-442F-42D8-ADDF-037756F26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68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D2CCB-8A82-0903-14F3-93E1DE310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1B933-434C-C401-DC4F-E08F1B3BC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C6E3-4F98-4808-9094-669F6BC10EC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CA139-5814-259C-E7B2-D763781D1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F54D9-3370-6A2D-04B7-69C12EE9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298-442F-42D8-ADDF-037756F26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1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DDE7F1-FA41-8C0D-F9C0-70A127934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C6E3-4F98-4808-9094-669F6BC10EC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877F1-2EF0-DF4F-9028-BD34D41A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46CA8-F492-92F0-862B-BEA6D9D1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298-442F-42D8-ADDF-037756F26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62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A036-83EA-F27B-7C34-3B0995BB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A4B9D-F957-BCFB-97CB-037CE10C6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20F16-5813-F6D8-8A7E-7E1AAF92B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05729-8D65-BC4C-EEA6-F43B23FE0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C6E3-4F98-4808-9094-669F6BC10EC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95CDF-D606-5F6E-8557-DFAF1BC7F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4261C-D5E5-85AE-0D65-4AFF0AE68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298-442F-42D8-ADDF-037756F26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7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AD79E-B4E8-4B60-CBD8-2E1A2ABAF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29ECD2-6D9D-6F3F-E6DA-EA6DB11DA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19C85-7EC4-F556-0E05-76A80B6ED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4167C-7BC4-43B4-0D61-31CDD0FE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C6E3-4F98-4808-9094-669F6BC10EC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3F85D-4E06-F7BB-8D85-3BC66076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E1CFC-8AD7-DDDC-CAA1-641DD9D2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298-442F-42D8-ADDF-037756F26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13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48B30-BC21-961F-E9A2-7E8C1B1F6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2E8594-7B99-1D06-09BC-8EF77741C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D2E6D-39A7-AEFF-82B9-6B743840D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C6E3-4F98-4808-9094-669F6BC10EC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2AB8F-6E0D-0EE9-5578-541335BCE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F7F73-E4FB-73FF-CDEC-816B61FE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298-442F-42D8-ADDF-037756F26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47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313125-F726-00CC-F313-2D1EF24442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EB2E9-6797-0049-05A4-A9EF4506E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A9025-1501-8F8C-5A41-76664A02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C6E3-4F98-4808-9094-669F6BC10EC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7CD2F-3172-F13C-889D-E8A984C33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C7295-6C72-EE3D-CA63-3D3B95460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298-442F-42D8-ADDF-037756F26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6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F15DB-9F30-03CE-4902-ECDF2CFD8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24CE1-F334-DBA3-FF51-5578BC451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EB0CC-86F0-3DC3-975E-2C31AFF926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2C6E3-4F98-4808-9094-669F6BC10EC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15F39-7D92-6F92-F4F6-B37B1C091A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4338-1BD6-95CF-EEFC-2CD1B2F48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43298-442F-42D8-ADDF-037756F26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1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D234F-D497-605A-3B69-36345F662A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184BDE-2ED9-EEFF-8E23-665BF47F0F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71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Yousef</dc:creator>
  <cp:lastModifiedBy>Ahmed Yousef</cp:lastModifiedBy>
  <cp:revision>1</cp:revision>
  <dcterms:created xsi:type="dcterms:W3CDTF">2025-11-10T09:37:52Z</dcterms:created>
  <dcterms:modified xsi:type="dcterms:W3CDTF">2025-11-10T09:38:14Z</dcterms:modified>
</cp:coreProperties>
</file>