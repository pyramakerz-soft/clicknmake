
<file path=[Content_Types].xml><?xml version="1.0" encoding="utf-8"?>
<Types xmlns="http://schemas.openxmlformats.org/package/2006/content-types">
  <Default Extension="emf" ContentType="image/x-emf"/>
  <Default Extension="mp4" ContentType="video/mp4"/>
  <Default Extension="png" ContentType="image/png"/>
  <Default Extension="rels" ContentType="application/vnd.openxmlformats-package.relationships+xml"/>
  <Default Extension="vtt" ContentType="text/vt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256" r:id="rId5"/>
    <p:sldId id="271" r:id="rId6"/>
    <p:sldId id="279" r:id="rId7"/>
    <p:sldId id="281" r:id="rId8"/>
    <p:sldId id="280" r:id="rId9"/>
    <p:sldId id="257" r:id="rId10"/>
    <p:sldId id="275" r:id="rId11"/>
    <p:sldId id="276"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79"/>
            <p14:sldId id="281"/>
            <p14:sldId id="280"/>
            <p14:sldId id="257"/>
            <p14:sldId id="275"/>
            <p14:sldId id="276"/>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41" autoAdjust="0"/>
  </p:normalViewPr>
  <p:slideViewPr>
    <p:cSldViewPr snapToGrid="0">
      <p:cViewPr varScale="1">
        <p:scale>
          <a:sx n="82" d="100"/>
          <a:sy n="82" d="100"/>
        </p:scale>
        <p:origin x="720"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9/25/2025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9/25/2025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9/25/2025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9/25/2025</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microsoft.com/office/2017/04/relationships/track" Target="../media/track1.vtt"/></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go.microsoft.com/fwlink/?linkid=2235098" TargetMode="External"/><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go.microsoft.com/fwlink/?LinkId=617172" TargetMode="External"/><Relationship Id="rId5" Type="http://schemas.openxmlformats.org/officeDocument/2006/relationships/image" Target="../media/image17.png"/><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Welcome to PowerPoint</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5 tips for a simpler way to work</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Designer helps you get your point across</a:t>
            </a:r>
          </a:p>
        </p:txBody>
      </p:sp>
      <p:sp>
        <p:nvSpPr>
          <p:cNvPr id="38" name="Content Placeholder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PowerPoint Designer suggests professional designs for your presentation, based on the content in your slides. </a:t>
            </a:r>
          </a:p>
          <a:p>
            <a:pPr marL="0" lvl="0" indent="0">
              <a:spcAft>
                <a:spcPts val="600"/>
              </a:spcAft>
              <a:buNone/>
              <a:defRPr/>
            </a:pPr>
            <a:r>
              <a:rPr lang="en-US" dirty="0">
                <a:latin typeface="Segoe UI" panose="020B0502040204020203" pitchFamily="34" charset="0"/>
                <a:cs typeface="Segoe UI" panose="020B0502040204020203" pitchFamily="34" charset="0"/>
              </a:rPr>
              <a:t>Designer is a subscription-only feature. </a:t>
            </a:r>
            <a:r>
              <a:rPr lang="en-US" dirty="0">
                <a:solidFill>
                  <a:prstClr val="black">
                    <a:lumMod val="75000"/>
                    <a:lumOff val="25000"/>
                  </a:prstClr>
                </a:solidFill>
                <a:latin typeface="Segoe UI" panose="020B0502040204020203" pitchFamily="34" charset="0"/>
                <a:cs typeface="Segoe UI" panose="020B0502040204020203" pitchFamily="34" charset="0"/>
              </a:rPr>
              <a:t>If you have an Office 365 subscription, the next slide shows you how it works in a new presentation.</a:t>
            </a:r>
            <a:endParaRPr lang="en-US" dirty="0">
              <a:latin typeface="Segoe UI" panose="020B0502040204020203" pitchFamily="34" charset="0"/>
              <a:cs typeface="Segoe UI" panose="020B0502040204020203" pitchFamily="34" charset="0"/>
            </a:endParaRPr>
          </a:p>
        </p:txBody>
      </p:sp>
      <p:pic>
        <p:nvPicPr>
          <p:cNvPr id="5" name="Picture 4" descr="Design ideas pane showing different design options"/>
          <p:cNvPicPr>
            <a:picLocks noChangeAspect="1"/>
          </p:cNvPicPr>
          <p:nvPr/>
        </p:nvPicPr>
        <p:blipFill rotWithShape="1">
          <a:blip r:embed="rId2" cstate="print">
            <a:extLst>
              <a:ext uri="{28A0092B-C50C-407E-A947-70E740481C1C}">
                <a14:useLocalDpi xmlns:a14="http://schemas.microsoft.com/office/drawing/2010/main" val="0"/>
              </a:ext>
            </a:extLst>
          </a:blip>
          <a:srcRect l="23607"/>
          <a:stretch/>
        </p:blipFill>
        <p:spPr>
          <a:xfrm>
            <a:off x="4976037" y="1385113"/>
            <a:ext cx="6513229" cy="4577621"/>
          </a:xfrm>
          <a:prstGeom prst="rect">
            <a:avLst/>
          </a:prstGeom>
        </p:spPr>
      </p:pic>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How to use PowerPoint Designer</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How it works:</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Start a new presentation by going to </a:t>
            </a:r>
            <a:r>
              <a:rPr lang="en-US" dirty="0">
                <a:solidFill>
                  <a:srgbClr val="D24726"/>
                </a:solidFill>
                <a:latin typeface="Segoe UI Semibold" panose="020B0702040204020203" pitchFamily="34" charset="0"/>
                <a:cs typeface="Segoe UI Semibold" panose="020B0702040204020203" pitchFamily="34" charset="0"/>
              </a:rPr>
              <a:t>File</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New</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Blank</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Presentation</a:t>
            </a:r>
            <a:r>
              <a:rPr lang="en-US" dirty="0">
                <a:solidFill>
                  <a:prstClr val="black">
                    <a:lumMod val="75000"/>
                    <a:lumOff val="25000"/>
                  </a:prstClr>
                </a:solidFill>
                <a:cs typeface="Segoe UI"/>
              </a:rPr>
              <a:t>.</a:t>
            </a:r>
          </a:p>
        </p:txBody>
      </p:sp>
      <p:grpSp>
        <p:nvGrpSpPr>
          <p:cNvPr id="33" name="Group 32" descr="Small circle with number 2 inside  indicating step 2"/>
          <p:cNvGrpSpPr/>
          <p:nvPr/>
        </p:nvGrpSpPr>
        <p:grpSpPr bwMode="blackWhite">
          <a:xfrm>
            <a:off x="531552" y="2804257"/>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On the very first slide, add a picture: Go to</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or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Online</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a:t>
            </a:r>
            <a:r>
              <a:rPr lang="en-US" dirty="0">
                <a:solidFill>
                  <a:prstClr val="black">
                    <a:lumMod val="75000"/>
                    <a:lumOff val="25000"/>
                  </a:prstClr>
                </a:solidFill>
                <a:latin typeface="Segoe UI" panose="020B0502040204020203" pitchFamily="34" charset="0"/>
                <a:cs typeface="Segoe UI" panose="020B0502040204020203" pitchFamily="34" charset="0"/>
              </a:rPr>
              <a:t>and choose the picture.</a:t>
            </a:r>
            <a:br>
              <a:rPr lang="en-US" dirty="0">
                <a:solidFill>
                  <a:prstClr val="black">
                    <a:lumMod val="75000"/>
                    <a:lumOff val="25000"/>
                  </a:prstClr>
                </a:solidFill>
                <a:latin typeface="Segoe UI" panose="020B0502040204020203" pitchFamily="34" charset="0"/>
                <a:cs typeface="Segoe UI" panose="020B0502040204020203" pitchFamily="34" charset="0"/>
              </a:rPr>
            </a:br>
            <a:br>
              <a:rPr lang="en-US" dirty="0">
                <a:solidFill>
                  <a:prstClr val="black">
                    <a:lumMod val="75000"/>
                    <a:lumOff val="25000"/>
                  </a:prstClr>
                </a:solidFill>
                <a:cs typeface="Segoe UI"/>
              </a:rPr>
            </a:b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picture.</a:t>
            </a:r>
          </a:p>
        </p:txBody>
      </p:sp>
      <p:grpSp>
        <p:nvGrpSpPr>
          <p:cNvPr id="22" name="Group 21" descr="Small circle with number 3 inside  indicating step 3"/>
          <p:cNvGrpSpPr/>
          <p:nvPr/>
        </p:nvGrpSpPr>
        <p:grpSpPr bwMode="blackWhite">
          <a:xfrm>
            <a:off x="531552" y="420829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6513" y="4236460"/>
            <a:ext cx="4504252"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When PowerPoint asks your permission to get design ideas,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Let's Go</a:t>
            </a:r>
            <a:r>
              <a:rPr lang="en-US" dirty="0">
                <a:solidFill>
                  <a:prstClr val="black">
                    <a:lumMod val="75000"/>
                    <a:lumOff val="25000"/>
                  </a:prstClr>
                </a:solidFill>
                <a:cs typeface="Segoe UI"/>
              </a:rPr>
              <a:t>.</a:t>
            </a:r>
          </a:p>
        </p:txBody>
      </p:sp>
      <p:grpSp>
        <p:nvGrpSpPr>
          <p:cNvPr id="37" name="Group 36" descr="Small circle with number 4 inside  indicating step 4"/>
          <p:cNvGrpSpPr/>
          <p:nvPr/>
        </p:nvGrpSpPr>
        <p:grpSpPr bwMode="blackWhite">
          <a:xfrm>
            <a:off x="531552" y="5137379"/>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Choose a design you like from the </a:t>
            </a:r>
            <a:r>
              <a:rPr lang="en-US" dirty="0">
                <a:solidFill>
                  <a:srgbClr val="D24726"/>
                </a:solidFill>
                <a:latin typeface="Segoe UI Semibold" panose="020B0702040204020203" pitchFamily="34" charset="0"/>
                <a:cs typeface="Segoe UI Semibold" panose="020B0702040204020203" pitchFamily="34" charset="0"/>
              </a:rPr>
              <a:t>Design Ideas </a:t>
            </a:r>
            <a:r>
              <a:rPr lang="en-US" dirty="0">
                <a:solidFill>
                  <a:prstClr val="black">
                    <a:lumMod val="75000"/>
                    <a:lumOff val="25000"/>
                  </a:prstClr>
                </a:solidFill>
                <a:latin typeface="Segoe UI" panose="020B0502040204020203" pitchFamily="34" charset="0"/>
                <a:cs typeface="Segoe UI" panose="020B0502040204020203" pitchFamily="34" charset="0"/>
              </a:rPr>
              <a:t>task pane.</a:t>
            </a:r>
          </a:p>
        </p:txBody>
      </p:sp>
      <p:pic>
        <p:nvPicPr>
          <p:cNvPr id="29" name="Picture 28" descr="Insert tab with option to insert pic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200" y="1455791"/>
            <a:ext cx="2795082" cy="1592728"/>
          </a:xfrm>
          <a:prstGeom prst="rect">
            <a:avLst/>
          </a:prstGeom>
        </p:spPr>
      </p:pic>
      <p:pic>
        <p:nvPicPr>
          <p:cNvPr id="23" name="Picture 22" descr="Design ideas dialog box asking for user confirmation to get design idea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3033" y="3067244"/>
            <a:ext cx="2900887" cy="3506681"/>
          </a:xfrm>
          <a:prstGeom prst="rect">
            <a:avLst/>
          </a:prstGeom>
        </p:spPr>
      </p:pic>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Morph</a:t>
            </a:r>
          </a:p>
        </p:txBody>
      </p:sp>
      <p:sp>
        <p:nvSpPr>
          <p:cNvPr id="5" name="Content Placeholder 4"/>
          <p:cNvSpPr>
            <a:spLocks noGrp="1"/>
          </p:cNvSpPr>
          <p:nvPr>
            <p:ph sz="half" idx="4294967295"/>
          </p:nvPr>
        </p:nvSpPr>
        <p:spPr>
          <a:xfrm>
            <a:off x="541610" y="1431010"/>
            <a:ext cx="4557164" cy="4790886"/>
          </a:xfrm>
        </p:spPr>
        <p:txBody>
          <a:bodyPr vert="horz" lIns="91440" tIns="45720" rIns="91440" bIns="45720" rtlCol="0">
            <a:normAutofit/>
          </a:bodyPr>
          <a:lstStyle/>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makes smooth animations and object movements in your presentation. You use two similar slides to perform the animation, but it looks to your audience like the action happens on one slide. </a:t>
            </a:r>
          </a:p>
          <a:p>
            <a:pPr marL="0" indent="0">
              <a:lnSpc>
                <a:spcPts val="1800"/>
              </a:lnSpc>
              <a:spcBef>
                <a:spcPts val="1000"/>
              </a:spcBef>
              <a:spcAft>
                <a:spcPts val="600"/>
              </a:spcAft>
              <a:buNone/>
            </a:pPr>
            <a:r>
              <a:rPr lang="en-US" sz="1200" b="1" dirty="0">
                <a:solidFill>
                  <a:srgbClr val="D24726"/>
                </a:solidFill>
                <a:latin typeface="Segoe UI" panose="020B0502040204020203" pitchFamily="34" charset="0"/>
                <a:cs typeface="Segoe UI" panose="020B0502040204020203" pitchFamily="34" charset="0"/>
              </a:rPr>
              <a:t>Play</a:t>
            </a:r>
            <a:r>
              <a:rPr lang="en-US" sz="1200" dirty="0">
                <a:solidFill>
                  <a:prstClr val="black">
                    <a:lumMod val="75000"/>
                    <a:lumOff val="25000"/>
                  </a:prstClr>
                </a:solidFill>
                <a:latin typeface="Segoe UI" panose="020B0502040204020203" pitchFamily="34" charset="0"/>
                <a:cs typeface="Segoe UI" panose="020B0502040204020203" pitchFamily="34" charset="0"/>
              </a:rPr>
              <a:t> the video on the right to see a quick example.</a:t>
            </a:r>
          </a:p>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is a subscription-only feature. If you have an Office 365 subscription, you can try it yourself with the steps on the next slide.</a:t>
            </a:r>
          </a:p>
          <a:p>
            <a:pPr marL="0" indent="0">
              <a:lnSpc>
                <a:spcPts val="1800"/>
              </a:lnSpc>
              <a:spcBef>
                <a:spcPts val="1000"/>
              </a:spcBef>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7" name="Morph video" descr="Video showing an example of the Morph feature which can be played or paused using the short-key Alt+P">
            <a:hlinkClick r:id="" action="ppaction://media"/>
            <a:extLst>
              <a:ext uri="{FF2B5EF4-FFF2-40B4-BE49-F238E27FC236}">
                <a16:creationId xmlns:a16="http://schemas.microsoft.com/office/drawing/2014/main" id="{9F029C1A-F15A-44BF-996A-1F59B3110D78}"/>
              </a:ext>
            </a:extLst>
          </p:cNvPr>
          <p:cNvPicPr>
            <a:picLocks noGrp="1" noChangeAspect="1"/>
          </p:cNvPicPr>
          <p:nvPr>
            <p:ph sz="quarter" idx="10"/>
            <a:videoFile r:link="rId2"/>
            <p:extLst>
              <p:ext uri="{DAA4B4D4-6D71-4841-9C94-3DE7FCFB9230}">
                <p14:media xmlns:p14="http://schemas.microsoft.com/office/powerpoint/2010/main" r:embed="rId1">
                  <p14:extLst>
                    <p:ext uri="{3AFAAA56-56D3-431D-BCD4-E75A35582382}">
                      <p173:tracksInfo xmlns:p173="http://schemas.microsoft.com/office/powerpoint/2017/3/main" displayLoc="media">
                        <p173:trackLst>
                          <p173:track id="{7D80394A-61EE-4513-90D2-E9A3DA581656}" label="caption" lang="" r:embed="rId4"/>
                        </p173:trackLst>
                      </p173:tracksInfo>
                    </p:ext>
                  </p14:extLst>
                </p14:media>
              </p:ext>
            </p:extLst>
          </p:nvPr>
        </p:nvPicPr>
        <p:blipFill>
          <a:blip r:embed="rId5"/>
          <a:stretch>
            <a:fillRect/>
          </a:stretch>
        </p:blipFill>
        <p:spPr>
          <a:xfrm>
            <a:off x="5418759" y="1540565"/>
            <a:ext cx="6110288" cy="3438525"/>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Setting up </a:t>
            </a:r>
            <a:r>
              <a:rPr lang="en-US" dirty="0">
                <a:latin typeface="Segoe UI Light" panose="020B0502040204020203" pitchFamily="34" charset="0"/>
                <a:cs typeface="Segoe UI Light" panose="020B0502040204020203" pitchFamily="34" charset="0"/>
              </a:rPr>
              <a:t>Morph</a:t>
            </a:r>
          </a:p>
        </p:txBody>
      </p:sp>
      <p:sp>
        <p:nvSpPr>
          <p:cNvPr id="30"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t>Try it yourself with these two simple “planets”:</a:t>
            </a:r>
          </a:p>
        </p:txBody>
      </p:sp>
      <p:grpSp>
        <p:nvGrpSpPr>
          <p:cNvPr id="13" name="Group 12" descr="Small circle with number 1 inside  indicating step 1"/>
          <p:cNvGrpSpPr/>
          <p:nvPr/>
        </p:nvGrpSpPr>
        <p:grpSpPr bwMode="blackWhite">
          <a:xfrm>
            <a:off x="558723" y="1917997"/>
            <a:ext cx="558179" cy="409838"/>
            <a:chOff x="6953426" y="711274"/>
            <a:chExt cx="558179" cy="409838"/>
          </a:xfrm>
        </p:grpSpPr>
        <p:sp>
          <p:nvSpPr>
            <p:cNvPr id="14" name="Oval 1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16" name="Content Placeholder 17"/>
          <p:cNvSpPr txBox="1">
            <a:spLocks/>
          </p:cNvSpPr>
          <p:nvPr/>
        </p:nvSpPr>
        <p:spPr>
          <a:xfrm>
            <a:off x="1066040" y="1958189"/>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18" name="Group 17" descr="Small circle with number 2 inside  indicating step 2"/>
          <p:cNvGrpSpPr/>
          <p:nvPr/>
        </p:nvGrpSpPr>
        <p:grpSpPr bwMode="blackWhite">
          <a:xfrm>
            <a:off x="558723" y="2896735"/>
            <a:ext cx="558179" cy="409838"/>
            <a:chOff x="6953426" y="711274"/>
            <a:chExt cx="558179" cy="409838"/>
          </a:xfrm>
        </p:grpSpPr>
        <p:sp>
          <p:nvSpPr>
            <p:cNvPr id="23" name="Oval 22"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5" name="Content Placeholder 17"/>
          <p:cNvSpPr txBox="1">
            <a:spLocks/>
          </p:cNvSpPr>
          <p:nvPr/>
        </p:nvSpPr>
        <p:spPr>
          <a:xfrm>
            <a:off x="1066038" y="2936927"/>
            <a:ext cx="2651153" cy="145610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shapes on the right in some way (move, resize, change color),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26" name="Group 25" descr="Small circle with number 3 inside  indicating step 3"/>
          <p:cNvGrpSpPr/>
          <p:nvPr/>
        </p:nvGrpSpPr>
        <p:grpSpPr bwMode="blackWhite">
          <a:xfrm>
            <a:off x="557319" y="4344232"/>
            <a:ext cx="558179" cy="409838"/>
            <a:chOff x="6953426" y="711274"/>
            <a:chExt cx="558179" cy="409838"/>
          </a:xfrm>
        </p:grpSpPr>
        <p:sp>
          <p:nvSpPr>
            <p:cNvPr id="27" name="Oval 2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29" name="Content Placeholder 17"/>
          <p:cNvSpPr txBox="1">
            <a:spLocks/>
          </p:cNvSpPr>
          <p:nvPr/>
        </p:nvSpPr>
        <p:spPr>
          <a:xfrm>
            <a:off x="1076799" y="4360521"/>
            <a:ext cx="2784602"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circle morph!</a:t>
            </a:r>
          </a:p>
        </p:txBody>
      </p:sp>
      <p:sp>
        <p:nvSpPr>
          <p:cNvPr id="17" name="Content Placeholder 17"/>
          <p:cNvSpPr txBox="1">
            <a:spLocks/>
          </p:cNvSpPr>
          <p:nvPr/>
        </p:nvSpPr>
        <p:spPr>
          <a:xfrm>
            <a:off x="628962" y="5832234"/>
            <a:ext cx="3449878"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rPr>
              <a:t>.</a:t>
            </a:r>
          </a:p>
        </p:txBody>
      </p:sp>
      <p:pic>
        <p:nvPicPr>
          <p:cNvPr id="2" name="Picture 1" descr="Slide thumbnail context menu showing the Duplicate Slide opt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5391" y="1455491"/>
            <a:ext cx="1402148" cy="1803887"/>
          </a:xfrm>
          <a:prstGeom prst="rect">
            <a:avLst/>
          </a:prstGeom>
        </p:spPr>
      </p:pic>
      <p:pic>
        <p:nvPicPr>
          <p:cNvPr id="6" name="Picture 5" descr="Transition tab showing morph transi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83896" y="3159609"/>
            <a:ext cx="2468760" cy="1185923"/>
          </a:xfrm>
          <a:prstGeom prst="rect">
            <a:avLst/>
          </a:prstGeom>
        </p:spPr>
      </p:pic>
      <p:pic>
        <p:nvPicPr>
          <p:cNvPr id="5" name="Picture 4" descr="Slide Show butto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7079" y="4344232"/>
            <a:ext cx="2134319" cy="887084"/>
          </a:xfrm>
          <a:prstGeom prst="rect">
            <a:avLst/>
          </a:prstGeom>
        </p:spPr>
      </p:pic>
      <p:cxnSp>
        <p:nvCxnSpPr>
          <p:cNvPr id="20" name="Straight Connector 19">
            <a:extLst>
              <a:ext uri="{C183D7F6-B498-43B3-948B-1728B52AA6E4}">
                <adec:decorative xmlns:adec="http://schemas.microsoft.com/office/drawing/2017/decorative" val="1"/>
              </a:ext>
            </a:extLst>
          </p:cNvPr>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Oval 9" descr="Large, blue circle with a small light blue circle inside"/>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1" name="Oval 10" descr="Small light blue circle inside a large dark blue circle"/>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Segoe UI Light" panose="020B0502040204020203" pitchFamily="34" charset="0"/>
                <a:cs typeface="Segoe UI Light" panose="020B0502040204020203" pitchFamily="34" charset="0"/>
              </a:rPr>
              <a:t>Working together in real time</a:t>
            </a:r>
          </a:p>
        </p:txBody>
      </p:sp>
      <p:sp>
        <p:nvSpPr>
          <p:cNvPr id="5" name="Content Placeholder 4"/>
          <p:cNvSpPr>
            <a:spLocks noGrp="1"/>
          </p:cNvSpPr>
          <p:nvPr>
            <p:ph sz="half" idx="4294967295"/>
          </p:nvPr>
        </p:nvSpPr>
        <p:spPr>
          <a:xfrm>
            <a:off x="541611" y="1431010"/>
            <a:ext cx="4413626" cy="3978275"/>
          </a:xfrm>
        </p:spPr>
        <p:txBody>
          <a:bodyPr vert="horz" lIns="91440" tIns="45720" rIns="91440" bIns="45720" rtlCol="0">
            <a:normAutofit/>
          </a:bodyPr>
          <a:lstStyle/>
          <a:p>
            <a:pPr marL="0" indent="0">
              <a:lnSpc>
                <a:spcPts val="1800"/>
              </a:lnSpc>
              <a:spcBef>
                <a:spcPts val="1000"/>
              </a:spcBef>
              <a:spcAft>
                <a:spcPts val="20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When you share your presentation with others, you’ll see them working with you at the same time. </a:t>
            </a:r>
            <a:br>
              <a:rPr lang="en-US" sz="1200" dirty="0">
                <a:solidFill>
                  <a:prstClr val="black">
                    <a:lumMod val="75000"/>
                    <a:lumOff val="25000"/>
                  </a:prstClr>
                </a:solidFill>
                <a:latin typeface="Segoe UI" panose="020B0502040204020203" pitchFamily="34" charset="0"/>
                <a:cs typeface="Segoe UI" panose="020B0502040204020203" pitchFamily="34" charset="0"/>
              </a:rPr>
            </a:b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How it works:</a:t>
            </a:r>
          </a:p>
        </p:txBody>
      </p:sp>
      <p:pic>
        <p:nvPicPr>
          <p:cNvPr id="11" name="Picture 10" descr="Share icon showing number of people  working on the present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4" y="2425111"/>
            <a:ext cx="3262550" cy="1475660"/>
          </a:xfrm>
          <a:prstGeom prst="rect">
            <a:avLst/>
          </a:prstGeom>
        </p:spPr>
      </p:pic>
      <p:grpSp>
        <p:nvGrpSpPr>
          <p:cNvPr id="33" name="Group 32" descr="Small circle with number 1 inside indicating step 1"/>
          <p:cNvGrpSpPr/>
          <p:nvPr/>
        </p:nvGrpSpPr>
        <p:grpSpPr bwMode="blackWhite">
          <a:xfrm>
            <a:off x="558723" y="4531632"/>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9" y="4571824"/>
            <a:ext cx="2696774" cy="99258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D24726"/>
                </a:solidFill>
                <a:latin typeface="Segoe UI" panose="020B0502040204020203" pitchFamily="34" charset="0"/>
                <a:cs typeface="Segoe UI" panose="020B0502040204020203" pitchFamily="34" charset="0"/>
              </a:rPr>
              <a:t>Share</a:t>
            </a:r>
            <a:r>
              <a:rPr lang="en-US" dirty="0">
                <a:solidFill>
                  <a:prstClr val="black">
                    <a:lumMod val="75000"/>
                    <a:lumOff val="25000"/>
                  </a:prstClr>
                </a:solidFill>
                <a:latin typeface="Segoe UI" panose="020B0502040204020203" pitchFamily="34" charset="0"/>
                <a:cs typeface="Segoe UI" panose="020B0502040204020203" pitchFamily="34" charset="0"/>
              </a:rPr>
              <a:t> from above the ribbon, or by using </a:t>
            </a:r>
            <a:r>
              <a:rPr lang="en-US">
                <a:solidFill>
                  <a:prstClr val="black">
                    <a:lumMod val="75000"/>
                    <a:lumOff val="25000"/>
                  </a:prstClr>
                </a:solidFill>
                <a:latin typeface="Segoe UI" panose="020B0502040204020203" pitchFamily="34" charset="0"/>
                <a:cs typeface="Segoe UI" panose="020B0502040204020203" pitchFamily="34" charset="0"/>
              </a:rPr>
              <a:t>short-key </a:t>
            </a:r>
            <a:r>
              <a:rPr lang="en-US">
                <a:solidFill>
                  <a:srgbClr val="D24726"/>
                </a:solidFill>
                <a:latin typeface="Segoe UI" panose="020B0502040204020203" pitchFamily="34" charset="0"/>
                <a:cs typeface="Segoe UI" panose="020B0502040204020203" pitchFamily="34" charset="0"/>
              </a:rPr>
              <a:t>Alt-ZS</a:t>
            </a:r>
            <a:r>
              <a:rPr lang="en-US">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to invite people to work with you (You can save to the cloud at this point.)</a:t>
            </a:r>
          </a:p>
        </p:txBody>
      </p:sp>
      <p:pic>
        <p:nvPicPr>
          <p:cNvPr id="9" name="Picture 8" descr="Marker showing who is working on a sl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1352" y="2434307"/>
            <a:ext cx="3841692" cy="2512928"/>
          </a:xfrm>
          <a:prstGeom prst="rect">
            <a:avLst/>
          </a:prstGeom>
        </p:spPr>
      </p:pic>
      <p:grpSp>
        <p:nvGrpSpPr>
          <p:cNvPr id="36" name="Group 35" descr="Small circle with number 2 inside indicating step 2"/>
          <p:cNvGrpSpPr/>
          <p:nvPr/>
        </p:nvGrpSpPr>
        <p:grpSpPr bwMode="blackWhite">
          <a:xfrm>
            <a:off x="4249102" y="4531632"/>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other people are in the presentation, a marker shows who is on which slide…</a:t>
            </a:r>
          </a:p>
        </p:txBody>
      </p:sp>
      <p:pic>
        <p:nvPicPr>
          <p:cNvPr id="12" name="Picture 11" descr="Maker showing the part of the slide being edi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9419" y="2350394"/>
            <a:ext cx="3563782" cy="2305344"/>
          </a:xfrm>
          <a:prstGeom prst="rect">
            <a:avLst/>
          </a:prstGeom>
        </p:spPr>
      </p:pic>
      <p:grpSp>
        <p:nvGrpSpPr>
          <p:cNvPr id="39" name="Group 38" descr="Small circle with number 3 inside  indicating step 3"/>
          <p:cNvGrpSpPr/>
          <p:nvPr/>
        </p:nvGrpSpPr>
        <p:grpSpPr bwMode="blackWhite">
          <a:xfrm>
            <a:off x="7930921" y="4531632"/>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…and the part of the slide they're editing.</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You’re an expert with Tell Me</a:t>
            </a:r>
          </a:p>
        </p:txBody>
      </p:sp>
      <p:sp>
        <p:nvSpPr>
          <p:cNvPr id="38" name="Content Placeholder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Tell Me box finds the right command when you need it,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so you can save time and focus on your work.</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grpSp>
        <p:nvGrpSpPr>
          <p:cNvPr id="4" name="Group 3" descr="Small circle with number 1 inside  indicating step 1"/>
          <p:cNvGrpSpPr/>
          <p:nvPr/>
        </p:nvGrpSpPr>
        <p:grpSpPr bwMode="blackWhite">
          <a:xfrm>
            <a:off x="558723" y="2638502"/>
            <a:ext cx="558179" cy="409838"/>
            <a:chOff x="6953426" y="711274"/>
            <a:chExt cx="558179" cy="409838"/>
          </a:xfrm>
        </p:grpSpPr>
        <p:sp>
          <p:nvSpPr>
            <p:cNvPr id="2" name="Oval 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9" name="Content Placeholder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a:lnSpc>
                <a:spcPct val="100000"/>
              </a:lnSpc>
              <a:spcBef>
                <a:spcPts val="0"/>
              </a:spcBef>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404040"/>
                </a:solidFill>
                <a:latin typeface="Segoe UI" panose="020B0502040204020203" pitchFamily="34" charset="0"/>
                <a:cs typeface="Segoe UI" panose="020B0502040204020203" pitchFamily="34" charset="0"/>
              </a:rPr>
              <a:t>the Robot picture </a:t>
            </a:r>
            <a:r>
              <a:rPr lang="en-US" dirty="0">
                <a:solidFill>
                  <a:prstClr val="black">
                    <a:lumMod val="75000"/>
                    <a:lumOff val="25000"/>
                  </a:prstClr>
                </a:solidFill>
                <a:latin typeface="Segoe UI" panose="020B0502040204020203" pitchFamily="34" charset="0"/>
                <a:cs typeface="Segoe UI" panose="020B0502040204020203" pitchFamily="34" charset="0"/>
              </a:rPr>
              <a:t>on the right.</a:t>
            </a:r>
          </a:p>
        </p:txBody>
      </p:sp>
      <p:grpSp>
        <p:nvGrpSpPr>
          <p:cNvPr id="19" name="Group 18" descr="Small circle with number 2 inside  indicating step 2"/>
          <p:cNvGrpSpPr/>
          <p:nvPr/>
        </p:nvGrpSpPr>
        <p:grpSpPr bwMode="blackWhite">
          <a:xfrm>
            <a:off x="558723" y="3312993"/>
            <a:ext cx="558179" cy="409838"/>
            <a:chOff x="6953426" y="711274"/>
            <a:chExt cx="558179" cy="409838"/>
          </a:xfrm>
        </p:grpSpPr>
        <p:sp>
          <p:nvSpPr>
            <p:cNvPr id="20" name="Oval 1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2" name="Content Placeholder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lumMod val="75000"/>
                    <a:lumOff val="25000"/>
                  </a:prstClr>
                </a:solidFill>
                <a:latin typeface="Segoe UI" panose="020B0502040204020203" pitchFamily="34" charset="0"/>
                <a:cs typeface="Segoe UI" panose="020B0502040204020203" pitchFamily="34" charset="0"/>
              </a:rPr>
              <a:t>Type</a:t>
            </a:r>
            <a:r>
              <a:rPr lang="en-US" dirty="0">
                <a:solidFill>
                  <a:prstClr val="black">
                    <a:lumMod val="75000"/>
                    <a:lumOff val="25000"/>
                  </a:prstClr>
                </a:solidFill>
              </a:rPr>
              <a:t> </a:t>
            </a:r>
            <a:r>
              <a:rPr lang="en-US" i="1" dirty="0">
                <a:solidFill>
                  <a:srgbClr val="D24726"/>
                </a:solidFill>
                <a:latin typeface="Segoe UI" panose="020B0502040204020203" pitchFamily="34" charset="0"/>
                <a:cs typeface="Segoe UI" panose="020B0502040204020203" pitchFamily="34" charset="0"/>
              </a:rPr>
              <a:t>animation</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in the </a:t>
            </a:r>
            <a:r>
              <a:rPr lang="en-US" dirty="0">
                <a:solidFill>
                  <a:srgbClr val="D24726"/>
                </a:solidFill>
                <a:latin typeface="Segoe UI Semibold" panose="020B0702040204020203" pitchFamily="34" charset="0"/>
                <a:cs typeface="Segoe UI Semibold" panose="020B0702040204020203" pitchFamily="34" charset="0"/>
              </a:rPr>
              <a:t>Tell Me </a:t>
            </a:r>
            <a:r>
              <a:rPr lang="en-US" dirty="0">
                <a:solidFill>
                  <a:prstClr val="black">
                    <a:lumMod val="75000"/>
                    <a:lumOff val="25000"/>
                  </a:prstClr>
                </a:solidFill>
                <a:latin typeface="Segoe UI" panose="020B0502040204020203" pitchFamily="34" charset="0"/>
                <a:cs typeface="Segoe UI" panose="020B0502040204020203" pitchFamily="34" charset="0"/>
              </a:rPr>
              <a:t>box, and then choose </a:t>
            </a:r>
            <a:r>
              <a:rPr lang="en-US" dirty="0">
                <a:solidFill>
                  <a:srgbClr val="D24726"/>
                </a:solidFill>
                <a:latin typeface="Segoe UI Semibold" panose="020B0702040204020203" pitchFamily="34" charset="0"/>
                <a:cs typeface="Segoe UI Semibold" panose="020B0702040204020203" pitchFamily="34" charset="0"/>
              </a:rPr>
              <a:t>Add Animation</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31" name="Group 30" descr="Small circle with number 3 inside  indicating step 3"/>
          <p:cNvGrpSpPr/>
          <p:nvPr/>
        </p:nvGrpSpPr>
        <p:grpSpPr bwMode="blackWhite">
          <a:xfrm>
            <a:off x="557319" y="4263506"/>
            <a:ext cx="558179" cy="409838"/>
            <a:chOff x="6953426" y="711274"/>
            <a:chExt cx="558179" cy="409838"/>
          </a:xfrm>
        </p:grpSpPr>
        <p:sp>
          <p:nvSpPr>
            <p:cNvPr id="32" name="Oval 3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4" name="Content Placeholder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an animation effect, like </a:t>
            </a:r>
            <a:r>
              <a:rPr lang="en-US" dirty="0">
                <a:solidFill>
                  <a:srgbClr val="D24726"/>
                </a:solidFill>
                <a:latin typeface="Segoe UI Semibold" panose="020B0702040204020203" pitchFamily="34" charset="0"/>
                <a:cs typeface="Segoe UI Semibold" panose="020B0702040204020203" pitchFamily="34" charset="0"/>
              </a:rPr>
              <a:t>Zoom</a:t>
            </a:r>
            <a:r>
              <a:rPr lang="en-US" dirty="0">
                <a:solidFill>
                  <a:prstClr val="black">
                    <a:lumMod val="75000"/>
                    <a:lumOff val="25000"/>
                  </a:prstClr>
                </a:solidFill>
                <a:latin typeface="Segoe UI" panose="020B0502040204020203" pitchFamily="34" charset="0"/>
                <a:cs typeface="Segoe UI" panose="020B0502040204020203" pitchFamily="34" charset="0"/>
              </a:rPr>
              <a:t>, and watch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what happens.</a:t>
            </a:r>
          </a:p>
        </p:txBody>
      </p:sp>
      <p:sp>
        <p:nvSpPr>
          <p:cNvPr id="25" name="Text Box 16" descr="Select me"/>
          <p:cNvSpPr txBox="1"/>
          <p:nvPr/>
        </p:nvSpPr>
        <p:spPr>
          <a:xfrm rot="21077122">
            <a:off x="6043297" y="1772253"/>
            <a:ext cx="1334770" cy="435610"/>
          </a:xfrm>
          <a:prstGeom prst="rect">
            <a:avLst/>
          </a:prstGeom>
          <a:noFill/>
          <a:ln>
            <a:noFill/>
          </a:ln>
          <a:effectLst/>
          <a:extLst>
            <a:ext uri="{C572A759-6A51-4108-AA02-DFA0A04FC94B}">
              <ma14:wrappingTextBoxFlag xmlns:ma14="http://schemas.microsoft.com/office/mac/drawingml/2011/main" xmlns=""/>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200"/>
              </a:spcAft>
              <a:tabLst>
                <a:tab pos="4931410" algn="l"/>
              </a:tabLst>
            </a:pPr>
            <a:r>
              <a:rPr lang="en-US" sz="1200" b="1" kern="1000" spc="100" dirty="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SELECT ME</a:t>
            </a:r>
            <a:endParaRPr lang="en-US"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5" name="Picture 4" descr="Tell Me box"/>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7766" y="3410945"/>
            <a:ext cx="2106152" cy="220833"/>
          </a:xfrm>
          <a:prstGeom prst="rect">
            <a:avLst/>
          </a:prstGeom>
        </p:spPr>
      </p:pic>
      <p:pic>
        <p:nvPicPr>
          <p:cNvPr id="7" name="Picture 6" descr="Animation tab showing zoom op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240" y="4069080"/>
            <a:ext cx="3803904" cy="2438400"/>
          </a:xfrm>
          <a:prstGeom prst="rect">
            <a:avLst/>
          </a:prstGeom>
        </p:spPr>
      </p:pic>
      <p:pic>
        <p:nvPicPr>
          <p:cNvPr id="24" name="Picture 23">
            <a:extLst>
              <a:ext uri="{C183D7F6-B498-43B3-948B-1728B52AA6E4}">
                <adec:decorative xmlns:adec="http://schemas.microsoft.com/office/drawing/2017/decorative" val="1"/>
              </a:ext>
            </a:extLst>
          </p:cNvPr>
          <p:cNvPicPr/>
          <p:nvPr/>
        </p:nvPicPr>
        <p:blipFill>
          <a:blip r:embed="rId4"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Picture 22" descr="Robot"/>
          <p:cNvPicPr>
            <a:picLocks noChangeAspect="1"/>
          </p:cNvPicPr>
          <p:nvPr/>
        </p:nvPicPr>
        <p:blipFill>
          <a:blip r:embed="rId5"/>
          <a:stretch>
            <a:fillRect/>
          </a:stretch>
        </p:blipFill>
        <p:spPr>
          <a:xfrm>
            <a:off x="7912741" y="1646170"/>
            <a:ext cx="2775459" cy="4531804"/>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Explore without leaving your slides</a:t>
            </a:r>
          </a:p>
        </p:txBody>
      </p:sp>
      <p:sp>
        <p:nvSpPr>
          <p:cNvPr id="16" name="Content Placeholder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Smart Lookup brings research directly in to PowerPoint.</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pic>
        <p:nvPicPr>
          <p:cNvPr id="18" name="Picture 17" descr="Three pictures showing the Smart Lookup fea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408" y="2144574"/>
            <a:ext cx="11129521" cy="3198055"/>
          </a:xfrm>
          <a:prstGeom prst="rect">
            <a:avLst/>
          </a:prstGeom>
        </p:spPr>
      </p:pic>
      <p:grpSp>
        <p:nvGrpSpPr>
          <p:cNvPr id="33" name="Group 32" descr="Small circle with number 1 inside  indicating step 1"/>
          <p:cNvGrpSpPr/>
          <p:nvPr/>
        </p:nvGrpSpPr>
        <p:grpSpPr bwMode="blackWhite">
          <a:xfrm>
            <a:off x="558723" y="5233381"/>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Right-click in the word </a:t>
            </a:r>
            <a:r>
              <a:rPr lang="en-US" i="1" dirty="0">
                <a:solidFill>
                  <a:srgbClr val="D24726"/>
                </a:solidFill>
                <a:latin typeface="Segoe UI" panose="020B0502040204020203" pitchFamily="34" charset="0"/>
                <a:cs typeface="Segoe UI" panose="020B0502040204020203" pitchFamily="34" charset="0"/>
              </a:rPr>
              <a:t>office</a:t>
            </a:r>
            <a:r>
              <a:rPr lang="en-US" dirty="0">
                <a:solidFill>
                  <a:prstClr val="black">
                    <a:lumMod val="75000"/>
                    <a:lumOff val="25000"/>
                  </a:prstClr>
                </a:solidFill>
                <a:latin typeface="Segoe UI" panose="020B0502040204020203" pitchFamily="34" charset="0"/>
                <a:cs typeface="Segoe UI" panose="020B0502040204020203" pitchFamily="34" charset="0"/>
              </a:rPr>
              <a:t> in the following phrase: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p>
        </p:txBody>
      </p:sp>
      <p:grpSp>
        <p:nvGrpSpPr>
          <p:cNvPr id="36" name="Group 35" descr="Small circle with number 2 inside  indicating step 2"/>
          <p:cNvGrpSpPr/>
          <p:nvPr/>
        </p:nvGrpSpPr>
        <p:grpSpPr bwMode="blackWhite">
          <a:xfrm>
            <a:off x="4249102" y="5233381"/>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t>
            </a:r>
            <a:r>
              <a:rPr lang="en-US" dirty="0">
                <a:solidFill>
                  <a:srgbClr val="D24726"/>
                </a:solidFill>
                <a:latin typeface="Segoe UI Semibold" panose="020B0702040204020203" pitchFamily="34" charset="0"/>
                <a:cs typeface="Segoe UI Semibold" panose="020B0702040204020203" pitchFamily="34" charset="0"/>
              </a:rPr>
              <a:t>Smart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Lookup</a:t>
            </a:r>
            <a:r>
              <a:rPr lang="en-US" dirty="0">
                <a:latin typeface="Segoe UI" panose="020B0502040204020203" pitchFamily="34" charset="0"/>
                <a:cs typeface="Segoe UI" panose="020B0502040204020203" pitchFamily="34" charset="0"/>
              </a:rPr>
              <a:t>, and notice that results are contextual for that phrase, not </a:t>
            </a:r>
            <a:r>
              <a:rPr lang="en-US" sz="1800" dirty="0">
                <a:latin typeface="Segoe UI" panose="020B0502040204020203" pitchFamily="34" charset="0"/>
                <a:cs typeface="Segoe UI" panose="020B0502040204020203" pitchFamily="34" charset="0"/>
              </a:rPr>
              <a:t>Microsoft Office apps</a:t>
            </a:r>
            <a:r>
              <a:rPr lang="en-US" dirty="0">
                <a:latin typeface="Segoe UI" panose="020B0502040204020203" pitchFamily="34" charset="0"/>
                <a:cs typeface="Segoe UI" panose="020B0502040204020203" pitchFamily="34" charset="0"/>
              </a:rPr>
              <a:t>.</a:t>
            </a:r>
            <a:endParaRPr lang="en-US" dirty="0">
              <a:solidFill>
                <a:srgbClr val="D24726"/>
              </a:solidFill>
              <a:latin typeface="Segoe UI" panose="020B0502040204020203" pitchFamily="34" charset="0"/>
              <a:cs typeface="Segoe UI" panose="020B0502040204020203" pitchFamily="34" charset="0"/>
            </a:endParaRPr>
          </a:p>
        </p:txBody>
      </p:sp>
      <p:grpSp>
        <p:nvGrpSpPr>
          <p:cNvPr id="39" name="Group 38" descr="Small circle with number 3 inside  indicating step 3"/>
          <p:cNvGrpSpPr/>
          <p:nvPr/>
        </p:nvGrpSpPr>
        <p:grpSpPr bwMode="blackWhite">
          <a:xfrm>
            <a:off x="7930921" y="5233381"/>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pPr>
            <a:r>
              <a:rPr lang="en-US" dirty="0">
                <a:latin typeface="Segoe UI" panose="020B0502040204020203" pitchFamily="34" charset="0"/>
                <a:cs typeface="Segoe UI" panose="020B0502040204020203" pitchFamily="34" charset="0"/>
              </a:rPr>
              <a:t>Just for fun, try Smart Lookup again by right-clicking in the word </a:t>
            </a:r>
            <a:r>
              <a:rPr lang="en-US" i="1" dirty="0">
                <a:solidFill>
                  <a:srgbClr val="D24726"/>
                </a:solidFill>
                <a:latin typeface="Segoe UI" panose="020B0502040204020203" pitchFamily="34" charset="0"/>
                <a:cs typeface="Segoe UI" panose="020B0502040204020203" pitchFamily="34" charset="0"/>
              </a:rPr>
              <a:t>Office</a:t>
            </a:r>
            <a:r>
              <a:rPr lang="en-US" dirty="0"/>
              <a:t> </a:t>
            </a:r>
            <a:r>
              <a:rPr lang="en-US" dirty="0">
                <a:latin typeface="Segoe UI" panose="020B0502040204020203" pitchFamily="34" charset="0"/>
                <a:cs typeface="Segoe UI" panose="020B0502040204020203" pitchFamily="34" charset="0"/>
              </a:rPr>
              <a:t>in Step 2.</a:t>
            </a:r>
          </a:p>
          <a:p>
            <a:pPr marL="0" indent="0">
              <a:spcAft>
                <a:spcPts val="2000"/>
              </a:spcAft>
              <a:buNone/>
            </a:pPr>
            <a:endParaRPr lang="en-US"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Content Placeholder 4"/>
          <p:cNvSpPr>
            <a:spLocks noGrp="1"/>
          </p:cNvSpPr>
          <p:nvPr>
            <p:ph sz="half" idx="4294967295"/>
          </p:nvPr>
        </p:nvSpPr>
        <p:spPr>
          <a:xfrm>
            <a:off x="541611" y="2614427"/>
            <a:ext cx="9442648" cy="3978275"/>
          </a:xfrm>
        </p:spPr>
        <p:txBody>
          <a:bodyPr>
            <a:norm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br>
              <a:rPr lang="en-US" sz="2000" dirty="0">
                <a:latin typeface="Segoe UI Light" panose="020B0502040204020203" pitchFamily="34" charset="0"/>
                <a:cs typeface="Segoe UI Light" panose="020B0502040204020203" pitchFamily="34" charset="0"/>
              </a:rPr>
            </a:b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r>
              <a:rPr lang="en-US" sz="2000" u="sng" dirty="0">
                <a:latin typeface="Segoe UI Light" panose="020B0502040204020203" pitchFamily="34" charset="0"/>
                <a:cs typeface="Segoe UI Light" panose="020B0502040204020203" pitchFamily="34" charset="0"/>
                <a:hlinkClick r:id="rId3"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4"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p:txBody>
      </p:sp>
      <p:pic>
        <p:nvPicPr>
          <p:cNvPr id="2" name="Picture 1" descr="Tell Me butt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13981" y="2350333"/>
            <a:ext cx="1269672" cy="1189747"/>
          </a:xfrm>
          <a:prstGeom prst="rect">
            <a:avLst/>
          </a:prstGeom>
        </p:spPr>
      </p:pic>
      <p:pic>
        <p:nvPicPr>
          <p:cNvPr id="8" name="Picture 7" descr="Arrow pointing right with a hyperlink to the PowerPoint team blog. Select the image to visit the PowerPoint team blog ">
            <a:hlinkClick r:id="rId6" tooltip="Select here to visit the PowerPoint team blo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3566804"/>
            <a:ext cx="661940" cy="661940"/>
          </a:xfrm>
          <a:prstGeom prst="rect">
            <a:avLst/>
          </a:prstGeom>
        </p:spPr>
      </p:pic>
      <p:pic>
        <p:nvPicPr>
          <p:cNvPr id="7" name="Picture 6" descr="Arrow pointing right with a hyperlink to free PowerPoint training. Select the image to access free PowerPoint training">
            <a:hlinkClick r:id="rId4" tooltip="Select here to go to free PowerPoint trainin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4252716"/>
            <a:ext cx="661940" cy="661940"/>
          </a:xfrm>
          <a:prstGeom prst="rect">
            <a:avLst/>
          </a:prstGeom>
        </p:spPr>
      </p:pic>
      <p:sp>
        <p:nvSpPr>
          <p:cNvPr id="9" name="TextBox 8"/>
          <p:cNvSpPr txBox="1"/>
          <p:nvPr/>
        </p:nvSpPr>
        <p:spPr>
          <a:xfrm>
            <a:off x="541611" y="5738132"/>
            <a:ext cx="6193971" cy="307777"/>
          </a:xfrm>
          <a:prstGeom prst="rect">
            <a:avLst/>
          </a:prstGeom>
          <a:noFill/>
        </p:spPr>
        <p:txBody>
          <a:bodyPr wrap="square" rtlCol="0">
            <a:spAutoFit/>
          </a:bodyPr>
          <a:lstStyle/>
          <a:p>
            <a:pPr algn="l"/>
            <a:r>
              <a:rPr lang="en-US" sz="1400" dirty="0">
                <a:latin typeface="Segoe UI Light" panose="020B0502040204020203" pitchFamily="34" charset="0"/>
                <a:cs typeface="Segoe UI Light" panose="020B0502040204020203" pitchFamily="34" charset="0"/>
              </a:rPr>
              <a:t>SELECT THE ARROW WHEN IN SLIDE SHOW MODE</a:t>
            </a:r>
          </a:p>
        </p:txBody>
      </p:sp>
      <p:pic>
        <p:nvPicPr>
          <p:cNvPr id="11" name="Picture 10" descr="Tell Me box suggestion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08066" y="2761488"/>
            <a:ext cx="2476156" cy="2001277"/>
          </a:xfrm>
          <a:prstGeom prst="rect">
            <a:avLst/>
          </a:prstGeom>
        </p:spPr>
      </p:pic>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3.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{3F72AAA8-31F4-466F-B8A4-A5F86D037442}TF2989475c-5427-4edb-9ec1-00f4ce72165b77c8433f_win32-c33c42577f73</Template>
  <TotalTime>0</TotalTime>
  <Words>605</Words>
  <Application>Microsoft Office PowerPoint</Application>
  <PresentationFormat>Widescreen</PresentationFormat>
  <Paragraphs>60</Paragraphs>
  <Slides>9</Slides>
  <Notes>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Segoe UI</vt:lpstr>
      <vt:lpstr>Segoe UI Light</vt:lpstr>
      <vt:lpstr>Segoe UI Semibold</vt:lpstr>
      <vt:lpstr>Custom</vt:lpstr>
      <vt:lpstr>Welcome to PowerPoint</vt:lpstr>
      <vt:lpstr>Designer helps you get your point across</vt:lpstr>
      <vt:lpstr>How to use PowerPoint Designer</vt:lpstr>
      <vt:lpstr>Morph</vt:lpstr>
      <vt:lpstr>Setting up Morph</vt:lpstr>
      <vt:lpstr>Working together in real time</vt:lpstr>
      <vt:lpstr>You’re an expert with Tell Me</vt:lpstr>
      <vt:lpstr>Explore without leaving your slides</vt:lpstr>
      <vt:lpstr>More questions about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Ahmed Yousef</dc:creator>
  <cp:keywords/>
  <cp:lastModifiedBy>Ahmed Yousef</cp:lastModifiedBy>
  <cp:revision>1</cp:revision>
  <dcterms:created xsi:type="dcterms:W3CDTF">2025-09-25T11:54:36Z</dcterms:created>
  <dcterms:modified xsi:type="dcterms:W3CDTF">2025-09-25T11:54:50Z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